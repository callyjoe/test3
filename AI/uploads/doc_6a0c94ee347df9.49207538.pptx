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5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B8F1DB-4322-411D-BE1D-800208928B76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FDFBCE-9522-474A-B58A-C4B46B53DA6F}" type="datetime1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/>
              <a:t>Click to edit Master text styles</a:t>
            </a:r>
            <a:endParaRPr lang="en-US"/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AE40C9-D0BC-431E-94CA-3A0AFB9CF2DC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C8693B-3DD6-45FE-8789-61898B52A928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153D3D-6C97-4D7F-B772-F372108194EF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98EE32-EA07-47DB-A8CB-BEEA4248E79E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F3DCD7-2315-4B3C-A783-152D4A0443CE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4CA0E2-3171-4709-80F4-3E7D9CEDA1F5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5D2B994F-6814-42FC-A99F-20C3AC32CA91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FE6B8DD-2C22-484C-9134-B065A54C675C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8ACE20-7520-4CBD-AF10-4181E484D505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010D17-85D8-40AF-A827-D3D53BD21CF7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5601AA8C-C1C6-4293-BB33-7DEFE4232294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3" y="165216"/>
            <a:ext cx="6253317" cy="2763514"/>
          </a:xfrm>
        </p:spPr>
        <p:txBody>
          <a:bodyPr rtlCol="0">
            <a:normAutofit/>
          </a:bodyPr>
          <a:lstStyle/>
          <a:p>
            <a:pPr algn="ctr"/>
            <a:r>
              <a:rPr lang="en-GB" sz="6000" u="sng" dirty="0"/>
              <a:t>GROUP 4 </a:t>
            </a:r>
            <a:br>
              <a:rPr lang="en-GB" sz="6000" u="sng" dirty="0"/>
            </a:br>
            <a:r>
              <a:rPr lang="en-GB" sz="4400" dirty="0"/>
              <a:t>Project: </a:t>
            </a:r>
            <a:br>
              <a:rPr lang="en-GB" sz="4400" dirty="0"/>
            </a:br>
            <a:r>
              <a:rPr lang="en-GB" sz="4400" dirty="0"/>
              <a:t>Student report card system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6203" y="4578874"/>
            <a:ext cx="6269347" cy="1021498"/>
          </a:xfrm>
        </p:spPr>
        <p:txBody>
          <a:bodyPr rtlCol="0">
            <a:normAutofit/>
          </a:bodyPr>
          <a:lstStyle/>
          <a:p>
            <a:pPr rtl="0"/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5289753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2A60-B091-4DF3-CFF3-2100BCF8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819D8-01EB-917A-FA48-4A93E57A6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1. BIGUT CHIN PETER  ----  UEB3201524</a:t>
            </a:r>
          </a:p>
          <a:p>
            <a:r>
              <a:rPr lang="en-GB" sz="3600" b="1" dirty="0"/>
              <a:t>2. </a:t>
            </a:r>
            <a:r>
              <a:rPr lang="en-GB" sz="3600" b="1" dirty="0" err="1"/>
              <a:t>Kyereme</a:t>
            </a:r>
            <a:r>
              <a:rPr lang="en-GB" sz="3600" b="1" dirty="0"/>
              <a:t> </a:t>
            </a:r>
            <a:r>
              <a:rPr lang="en-GB" sz="3600" b="1" dirty="0" err="1"/>
              <a:t>Richronney</a:t>
            </a:r>
            <a:r>
              <a:rPr lang="en-GB" sz="3600" b="1" dirty="0"/>
              <a:t>  ----  UEB3201224</a:t>
            </a:r>
          </a:p>
          <a:p>
            <a:r>
              <a:rPr lang="en-GB" sz="3600" b="1" dirty="0"/>
              <a:t>3. </a:t>
            </a:r>
            <a:r>
              <a:rPr lang="en-GB" sz="3600" b="1" dirty="0" err="1"/>
              <a:t>Aasozie</a:t>
            </a:r>
            <a:r>
              <a:rPr lang="en-GB" sz="3600" b="1" dirty="0"/>
              <a:t> </a:t>
            </a:r>
            <a:r>
              <a:rPr lang="en-GB" sz="3600" b="1" dirty="0" err="1"/>
              <a:t>Punana</a:t>
            </a:r>
            <a:r>
              <a:rPr lang="en-GB" sz="3600" b="1" dirty="0"/>
              <a:t> Doris   ------ UEB3200924</a:t>
            </a:r>
          </a:p>
          <a:p>
            <a:r>
              <a:rPr lang="en-GB" sz="3600" b="1" dirty="0"/>
              <a:t>4. </a:t>
            </a:r>
            <a:r>
              <a:rPr lang="en-GB" sz="3600" b="1" dirty="0" err="1"/>
              <a:t>Npong</a:t>
            </a:r>
            <a:r>
              <a:rPr lang="en-GB" sz="3600" b="1" dirty="0"/>
              <a:t> </a:t>
            </a:r>
            <a:r>
              <a:rPr lang="en-GB" sz="3600" b="1" dirty="0" err="1"/>
              <a:t>Bemokibiba</a:t>
            </a:r>
            <a:r>
              <a:rPr lang="en-GB" sz="3600" b="1" dirty="0"/>
              <a:t> Frank ---- UEB3201324</a:t>
            </a:r>
          </a:p>
          <a:p>
            <a:endParaRPr lang="en-GB" sz="36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E5853-3281-A4B6-2F18-0C64C17C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8C8693B-3DD6-45FE-8789-61898B52A928}" type="datetime1">
              <a:rPr lang="en-US" smtClean="0"/>
              <a:t>8/11/2025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558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B1016-88E4-C437-71A6-F949873E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D552B-402E-3901-CEDF-73AE5D340CAD}"/>
              </a:ext>
            </a:extLst>
          </p:cNvPr>
          <p:cNvSpPr txBox="1"/>
          <p:nvPr/>
        </p:nvSpPr>
        <p:spPr>
          <a:xfrm>
            <a:off x="3962399" y="46037"/>
            <a:ext cx="5049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/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2E021-17CF-CFDA-566B-83DC585C7E5F}"/>
              </a:ext>
            </a:extLst>
          </p:cNvPr>
          <p:cNvSpPr txBox="1"/>
          <p:nvPr/>
        </p:nvSpPr>
        <p:spPr>
          <a:xfrm>
            <a:off x="583096" y="1457738"/>
            <a:ext cx="113438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Student Report Card System is a simple program that manages student academic records. It lets you add new student names and scores, automatically calculates averages and assigns grades, displays all stored data, saves records to a file, and loads saved data when needed. The program repeatedly shows a menu after each action, allowing you to manage records until you choose to exit.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89543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E444E-25CF-41DF-1F04-772EE556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870EC-1C1F-61B4-5ED6-383C60919723}"/>
              </a:ext>
            </a:extLst>
          </p:cNvPr>
          <p:cNvSpPr txBox="1"/>
          <p:nvPr/>
        </p:nvSpPr>
        <p:spPr>
          <a:xfrm>
            <a:off x="3896140" y="18346"/>
            <a:ext cx="333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/>
              <a:t>PROÇEDURE/ALGORITHM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F53951-E0BF-19FA-2EF9-6FD46A8A0F23}"/>
              </a:ext>
            </a:extLst>
          </p:cNvPr>
          <p:cNvSpPr txBox="1"/>
          <p:nvPr/>
        </p:nvSpPr>
        <p:spPr>
          <a:xfrm>
            <a:off x="311425" y="873778"/>
            <a:ext cx="41015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 START                                            </a:t>
            </a:r>
          </a:p>
          <a:p>
            <a:r>
              <a:rPr lang="en-US" dirty="0"/>
              <a:t>2.  Create a list to store student records</a:t>
            </a:r>
          </a:p>
          <a:p>
            <a:r>
              <a:rPr lang="en-US" dirty="0"/>
              <a:t>3.  Set student count to 0</a:t>
            </a:r>
          </a:p>
          <a:p>
            <a:r>
              <a:rPr lang="en-US" dirty="0"/>
              <a:t>4.  REPEAT</a:t>
            </a:r>
          </a:p>
          <a:p>
            <a:r>
              <a:rPr lang="en-US" dirty="0"/>
              <a:t>5.   Show menu:</a:t>
            </a:r>
          </a:p>
          <a:p>
            <a:r>
              <a:rPr lang="en-US" dirty="0"/>
              <a:t>6.  Enter new students</a:t>
            </a:r>
          </a:p>
          <a:p>
            <a:r>
              <a:rPr lang="en-US" dirty="0"/>
              <a:t>7.   Show all students</a:t>
            </a:r>
          </a:p>
          <a:p>
            <a:r>
              <a:rPr lang="en-US" dirty="0"/>
              <a:t>8.  Save to file</a:t>
            </a:r>
          </a:p>
          <a:p>
            <a:r>
              <a:rPr lang="en-US" dirty="0"/>
              <a:t>9.   Load from file</a:t>
            </a:r>
          </a:p>
          <a:p>
            <a:r>
              <a:rPr lang="en-US" dirty="0"/>
              <a:t>10.  Exit</a:t>
            </a:r>
          </a:p>
          <a:p>
            <a:r>
              <a:rPr lang="en-US" dirty="0"/>
              <a:t>11. Ask user for a choice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05B10-4C52-A61E-260C-B8C71227979B}"/>
              </a:ext>
            </a:extLst>
          </p:cNvPr>
          <p:cNvSpPr txBox="1"/>
          <p:nvPr/>
        </p:nvSpPr>
        <p:spPr>
          <a:xfrm>
            <a:off x="4505739" y="704094"/>
            <a:ext cx="38431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  IF choice is 1 THEN</a:t>
            </a:r>
          </a:p>
          <a:p>
            <a:r>
              <a:rPr lang="en-US" dirty="0"/>
              <a:t>13.  Ask how many students</a:t>
            </a:r>
          </a:p>
          <a:p>
            <a:r>
              <a:rPr lang="en-US" dirty="0"/>
              <a:t>14.  FOR each student</a:t>
            </a:r>
          </a:p>
          <a:p>
            <a:r>
              <a:rPr lang="en-US" dirty="0"/>
              <a:t>15.  Ask for name</a:t>
            </a:r>
          </a:p>
          <a:p>
            <a:r>
              <a:rPr lang="en-US" dirty="0"/>
              <a:t>16.  Ask for 8 scores</a:t>
            </a:r>
          </a:p>
          <a:p>
            <a:r>
              <a:rPr lang="en-US" dirty="0"/>
              <a:t>17.  Calculate average</a:t>
            </a:r>
          </a:p>
          <a:p>
            <a:r>
              <a:rPr lang="en-US" dirty="0"/>
              <a:t>18.  Give grade based on average</a:t>
            </a:r>
          </a:p>
          <a:p>
            <a:r>
              <a:rPr lang="en-US" dirty="0"/>
              <a:t>19.   Add student to list</a:t>
            </a:r>
          </a:p>
          <a:p>
            <a:r>
              <a:rPr lang="en-US" dirty="0"/>
              <a:t>20.   END FOR</a:t>
            </a:r>
          </a:p>
          <a:p>
            <a:r>
              <a:rPr lang="en-US" dirty="0"/>
              <a:t>21.   ELSE IF choice is 2 THEN</a:t>
            </a:r>
          </a:p>
          <a:p>
            <a:r>
              <a:rPr lang="en-US" dirty="0"/>
              <a:t>22.   FOR each student</a:t>
            </a:r>
          </a:p>
          <a:p>
            <a:r>
              <a:rPr lang="en-US" dirty="0"/>
              <a:t>23.    Show name, average, and grade</a:t>
            </a:r>
          </a:p>
          <a:p>
            <a:r>
              <a:rPr lang="en-US" dirty="0"/>
              <a:t>24.    END FOR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9C118-5A0B-4AAF-E376-A3EB3316CBFB}"/>
              </a:ext>
            </a:extLst>
          </p:cNvPr>
          <p:cNvSpPr txBox="1"/>
          <p:nvPr/>
        </p:nvSpPr>
        <p:spPr>
          <a:xfrm>
            <a:off x="8607287" y="549050"/>
            <a:ext cx="357808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25.     ELSE IF choice is 3 THEN</a:t>
            </a:r>
          </a:p>
          <a:p>
            <a:r>
              <a:rPr lang="en-US" dirty="0"/>
              <a:t>26.         Open file</a:t>
            </a:r>
          </a:p>
          <a:p>
            <a:r>
              <a:rPr lang="en-US" dirty="0"/>
              <a:t>27.         Save all student info to file</a:t>
            </a:r>
          </a:p>
          <a:p>
            <a:r>
              <a:rPr lang="en-US" dirty="0"/>
              <a:t>28.         Close file</a:t>
            </a:r>
          </a:p>
          <a:p>
            <a:r>
              <a:rPr lang="en-US" dirty="0"/>
              <a:t>29.         Show “Saved!”</a:t>
            </a:r>
          </a:p>
          <a:p>
            <a:r>
              <a:rPr lang="en-US" dirty="0"/>
              <a:t>30.     ELSE IF choice is 4 THEN</a:t>
            </a:r>
          </a:p>
          <a:p>
            <a:r>
              <a:rPr lang="en-US" dirty="0"/>
              <a:t>31.         Open file</a:t>
            </a:r>
          </a:p>
          <a:p>
            <a:r>
              <a:rPr lang="en-US" dirty="0"/>
              <a:t>32.         Read all student info from file</a:t>
            </a:r>
          </a:p>
          <a:p>
            <a:r>
              <a:rPr lang="en-US" dirty="0"/>
              <a:t>33.         Add them to the list</a:t>
            </a:r>
          </a:p>
          <a:p>
            <a:r>
              <a:rPr lang="en-US" dirty="0"/>
              <a:t>34.         Close file</a:t>
            </a:r>
          </a:p>
          <a:p>
            <a:r>
              <a:rPr lang="en-US" dirty="0"/>
              <a:t>35.         Show “Loaded!”</a:t>
            </a:r>
          </a:p>
          <a:p>
            <a:r>
              <a:rPr lang="en-US" dirty="0"/>
              <a:t>36.     ELSE IF choice is 5 THEN</a:t>
            </a:r>
          </a:p>
          <a:p>
            <a:r>
              <a:rPr lang="en-US" dirty="0"/>
              <a:t>37.         Show “Exiting the program”</a:t>
            </a:r>
          </a:p>
          <a:p>
            <a:r>
              <a:rPr lang="en-US" dirty="0"/>
              <a:t>38.     ELSE</a:t>
            </a:r>
          </a:p>
          <a:p>
            <a:r>
              <a:rPr lang="en-US" dirty="0"/>
              <a:t>39.         Show “Wrong choice. Try again.”</a:t>
            </a:r>
          </a:p>
          <a:p>
            <a:r>
              <a:rPr lang="en-US" dirty="0"/>
              <a:t>40. UNTIL choice is 5</a:t>
            </a:r>
          </a:p>
          <a:p>
            <a:r>
              <a:rPr lang="en-US" dirty="0"/>
              <a:t>41. END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63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C05A0-F727-83F3-718D-A7EBDCAE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70E41-A557-6594-428A-0E9B128E3A44}"/>
              </a:ext>
            </a:extLst>
          </p:cNvPr>
          <p:cNvSpPr txBox="1"/>
          <p:nvPr/>
        </p:nvSpPr>
        <p:spPr>
          <a:xfrm>
            <a:off x="3021496" y="11927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/>
              <a:t>FLOWCHART ILLUSTRATION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D5334-D432-A916-7E8D-BC6CBD3C1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627"/>
            <a:ext cx="5486400" cy="5696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47C305-53A2-DD29-C127-C88E856A3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39" y="1157626"/>
            <a:ext cx="3938837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9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1789C-576E-403F-9039-24C150B1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23998-FA5B-C44C-A74E-6D9147558EA2}"/>
              </a:ext>
            </a:extLst>
          </p:cNvPr>
          <p:cNvSpPr txBox="1"/>
          <p:nvPr/>
        </p:nvSpPr>
        <p:spPr>
          <a:xfrm>
            <a:off x="2862469" y="191811"/>
            <a:ext cx="5936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/>
              <a:t>CODE SNIPPET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92FD4-E6F8-60BB-A5FD-57E0C58B11B9}"/>
              </a:ext>
            </a:extLst>
          </p:cNvPr>
          <p:cNvSpPr txBox="1"/>
          <p:nvPr/>
        </p:nvSpPr>
        <p:spPr>
          <a:xfrm>
            <a:off x="159026" y="752386"/>
            <a:ext cx="482379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#include &lt;</a:t>
            </a:r>
            <a:r>
              <a:rPr lang="en-GB" dirty="0" err="1"/>
              <a:t>fstream</a:t>
            </a:r>
            <a:r>
              <a:rPr lang="en-GB" dirty="0"/>
              <a:t>&gt;</a:t>
            </a:r>
          </a:p>
          <a:p>
            <a:r>
              <a:rPr lang="en-GB" dirty="0"/>
              <a:t>using namespace std;</a:t>
            </a:r>
          </a:p>
          <a:p>
            <a:endParaRPr lang="en-GB" dirty="0"/>
          </a:p>
          <a:p>
            <a:r>
              <a:rPr lang="en-GB" dirty="0"/>
              <a:t>class Student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string name;</a:t>
            </a:r>
          </a:p>
          <a:p>
            <a:r>
              <a:rPr lang="en-GB" dirty="0"/>
              <a:t>    int scores[8];</a:t>
            </a:r>
          </a:p>
          <a:p>
            <a:r>
              <a:rPr lang="en-GB" dirty="0"/>
              <a:t>    float average;</a:t>
            </a:r>
          </a:p>
          <a:p>
            <a:r>
              <a:rPr lang="en-GB" dirty="0"/>
              <a:t>    char grade;</a:t>
            </a:r>
          </a:p>
          <a:p>
            <a:r>
              <a:rPr lang="en-GB" dirty="0"/>
              <a:t>void input() {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"Enter student name: ";</a:t>
            </a:r>
          </a:p>
          <a:p>
            <a:r>
              <a:rPr lang="en-GB" dirty="0"/>
              <a:t>        </a:t>
            </a:r>
            <a:r>
              <a:rPr lang="en-GB" dirty="0" err="1"/>
              <a:t>cin</a:t>
            </a:r>
            <a:r>
              <a:rPr lang="en-GB" dirty="0"/>
              <a:t> &gt;&gt; name;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"Enter scores for 8 courses:\n";</a:t>
            </a:r>
          </a:p>
          <a:p>
            <a:r>
              <a:rPr lang="en-GB" dirty="0"/>
              <a:t>        int sum = 0;</a:t>
            </a:r>
          </a:p>
          <a:p>
            <a:r>
              <a:rPr lang="en-GB" dirty="0"/>
              <a:t>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8;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</a:t>
            </a:r>
            <a:r>
              <a:rPr lang="en-GB" dirty="0" err="1"/>
              <a:t>cout</a:t>
            </a:r>
            <a:r>
              <a:rPr lang="en-GB" dirty="0"/>
              <a:t> &lt;&lt; "course " &lt;&lt; </a:t>
            </a:r>
            <a:r>
              <a:rPr lang="en-GB" dirty="0" err="1"/>
              <a:t>i</a:t>
            </a:r>
            <a:r>
              <a:rPr lang="en-GB" dirty="0"/>
              <a:t> + 1 &lt;&lt; ": ";</a:t>
            </a:r>
          </a:p>
          <a:p>
            <a:r>
              <a:rPr lang="en-GB" dirty="0"/>
              <a:t>            </a:t>
            </a:r>
            <a:r>
              <a:rPr lang="en-GB" dirty="0" err="1"/>
              <a:t>cin</a:t>
            </a:r>
            <a:r>
              <a:rPr lang="en-GB" dirty="0"/>
              <a:t> &gt;&gt; scores[</a:t>
            </a:r>
            <a:r>
              <a:rPr lang="en-GB" dirty="0" err="1"/>
              <a:t>i</a:t>
            </a:r>
            <a:r>
              <a:rPr lang="en-GB" dirty="0"/>
              <a:t>];</a:t>
            </a:r>
          </a:p>
          <a:p>
            <a:r>
              <a:rPr lang="en-GB" dirty="0"/>
              <a:t>            sum += scores[</a:t>
            </a:r>
            <a:r>
              <a:rPr lang="en-GB" dirty="0" err="1"/>
              <a:t>i</a:t>
            </a:r>
            <a:r>
              <a:rPr lang="en-GB" dirty="0"/>
              <a:t>];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54677-0391-6EF2-6652-59ACF5968826}"/>
              </a:ext>
            </a:extLst>
          </p:cNvPr>
          <p:cNvSpPr txBox="1"/>
          <p:nvPr/>
        </p:nvSpPr>
        <p:spPr>
          <a:xfrm>
            <a:off x="4492484" y="749398"/>
            <a:ext cx="430695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void input() {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"Enter student name: ";</a:t>
            </a:r>
          </a:p>
          <a:p>
            <a:r>
              <a:rPr lang="en-GB" dirty="0"/>
              <a:t>        </a:t>
            </a:r>
            <a:r>
              <a:rPr lang="en-GB" dirty="0" err="1"/>
              <a:t>cin</a:t>
            </a:r>
            <a:r>
              <a:rPr lang="en-GB" dirty="0"/>
              <a:t> &gt;&gt; name;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"Enter scores for 8 courses:\n";</a:t>
            </a:r>
          </a:p>
          <a:p>
            <a:r>
              <a:rPr lang="en-GB" dirty="0"/>
              <a:t>        int sum = 0;</a:t>
            </a:r>
          </a:p>
          <a:p>
            <a:r>
              <a:rPr lang="en-GB" dirty="0"/>
              <a:t>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8;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</a:t>
            </a:r>
            <a:r>
              <a:rPr lang="en-GB" dirty="0" err="1"/>
              <a:t>cout</a:t>
            </a:r>
            <a:r>
              <a:rPr lang="en-GB" dirty="0"/>
              <a:t> &lt;&lt; "course " &lt;&lt; </a:t>
            </a:r>
            <a:r>
              <a:rPr lang="en-GB" dirty="0" err="1"/>
              <a:t>i</a:t>
            </a:r>
            <a:r>
              <a:rPr lang="en-GB" dirty="0"/>
              <a:t> + 1 &lt;&lt; ": ";</a:t>
            </a:r>
          </a:p>
          <a:p>
            <a:r>
              <a:rPr lang="en-GB" dirty="0"/>
              <a:t>            </a:t>
            </a:r>
            <a:r>
              <a:rPr lang="en-GB" dirty="0" err="1"/>
              <a:t>cin</a:t>
            </a:r>
            <a:r>
              <a:rPr lang="en-GB" dirty="0"/>
              <a:t> &gt;&gt; scores[</a:t>
            </a:r>
            <a:r>
              <a:rPr lang="en-GB" dirty="0" err="1"/>
              <a:t>i</a:t>
            </a:r>
            <a:r>
              <a:rPr lang="en-GB" dirty="0"/>
              <a:t>];</a:t>
            </a:r>
          </a:p>
          <a:p>
            <a:r>
              <a:rPr lang="en-GB" dirty="0"/>
              <a:t>            sum += scores[</a:t>
            </a:r>
            <a:r>
              <a:rPr lang="en-GB" dirty="0" err="1"/>
              <a:t>i</a:t>
            </a:r>
            <a:r>
              <a:rPr lang="en-GB" dirty="0"/>
              <a:t>];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    average = sum / 8.0;</a:t>
            </a:r>
          </a:p>
          <a:p>
            <a:r>
              <a:rPr lang="en-GB" dirty="0"/>
              <a:t>        </a:t>
            </a:r>
            <a:r>
              <a:rPr lang="en-GB" dirty="0" err="1"/>
              <a:t>assignGrade</a:t>
            </a:r>
            <a:r>
              <a:rPr lang="en-GB" dirty="0"/>
              <a:t>();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void  </a:t>
            </a:r>
            <a:r>
              <a:rPr lang="en-GB" dirty="0" err="1"/>
              <a:t>assignGrade</a:t>
            </a:r>
            <a:r>
              <a:rPr lang="en-GB" dirty="0"/>
              <a:t>() {</a:t>
            </a:r>
          </a:p>
          <a:p>
            <a:r>
              <a:rPr lang="en-GB" dirty="0"/>
              <a:t>        if (average &gt;= 80)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A";</a:t>
            </a:r>
          </a:p>
          <a:p>
            <a:r>
              <a:rPr lang="en-GB" dirty="0"/>
              <a:t>        else if (average &gt;= 75)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B+";</a:t>
            </a:r>
          </a:p>
          <a:p>
            <a:r>
              <a:rPr lang="en-GB" dirty="0"/>
              <a:t>        </a:t>
            </a:r>
          </a:p>
          <a:p>
            <a:endParaRPr lang="en-GB" dirty="0"/>
          </a:p>
          <a:p>
            <a:r>
              <a:rPr lang="en-GB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D2675-4F5A-4DD7-545C-721BEA7BD907}"/>
              </a:ext>
            </a:extLst>
          </p:cNvPr>
          <p:cNvSpPr txBox="1"/>
          <p:nvPr/>
        </p:nvSpPr>
        <p:spPr>
          <a:xfrm>
            <a:off x="8613913" y="749398"/>
            <a:ext cx="341906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else if (average &gt;= 70)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B";</a:t>
            </a:r>
          </a:p>
          <a:p>
            <a:r>
              <a:rPr lang="en-GB" dirty="0"/>
              <a:t>        else if (average &gt;= 65)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C+";</a:t>
            </a:r>
          </a:p>
          <a:p>
            <a:r>
              <a:rPr lang="en-GB" dirty="0"/>
              <a:t>        else if (average &gt;=60)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C";</a:t>
            </a:r>
          </a:p>
          <a:p>
            <a:r>
              <a:rPr lang="en-GB" dirty="0"/>
              <a:t>        else if (average &gt;=55)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D+";</a:t>
            </a:r>
          </a:p>
          <a:p>
            <a:r>
              <a:rPr lang="en-GB" dirty="0"/>
              <a:t>        else if (average &gt;=50)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D+";</a:t>
            </a:r>
          </a:p>
          <a:p>
            <a:r>
              <a:rPr lang="en-GB" dirty="0"/>
              <a:t>        else if (average &gt;=45)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"grade = E";</a:t>
            </a:r>
          </a:p>
          <a:p>
            <a:r>
              <a:rPr lang="en-GB" dirty="0"/>
              <a:t>        else if (average &lt;44)</a:t>
            </a:r>
          </a:p>
          <a:p>
            <a:r>
              <a:rPr lang="en-GB" dirty="0"/>
              <a:t>          </a:t>
            </a:r>
            <a:r>
              <a:rPr lang="en-GB" dirty="0" err="1"/>
              <a:t>cout</a:t>
            </a:r>
            <a:r>
              <a:rPr lang="en-GB" dirty="0"/>
              <a:t> &lt;&lt;  " grade = F"; 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void display() {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"Name: " &lt;&lt; name &lt;&lt; "\</a:t>
            </a:r>
            <a:r>
              <a:rPr lang="en-GB" dirty="0" err="1"/>
              <a:t>nAverage</a:t>
            </a:r>
            <a:r>
              <a:rPr lang="en-GB" dirty="0"/>
              <a:t>: " &lt;&lt; average &lt;&lt; "\</a:t>
            </a:r>
            <a:r>
              <a:rPr lang="en-GB" dirty="0" err="1"/>
              <a:t>nGrade</a:t>
            </a:r>
            <a:r>
              <a:rPr lang="en-GB" dirty="0"/>
              <a:t>: " &lt;&lt; grade &lt;&lt; "\n";</a:t>
            </a:r>
          </a:p>
        </p:txBody>
      </p:sp>
    </p:spTree>
    <p:extLst>
      <p:ext uri="{BB962C8B-B14F-4D97-AF65-F5344CB8AC3E}">
        <p14:creationId xmlns:p14="http://schemas.microsoft.com/office/powerpoint/2010/main" val="228095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1C5A8-E3C5-2DC6-B70C-BA5D60CE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28453-3BE0-E268-EA26-3AAECCD59FE8}"/>
              </a:ext>
            </a:extLst>
          </p:cNvPr>
          <p:cNvSpPr txBox="1"/>
          <p:nvPr/>
        </p:nvSpPr>
        <p:spPr>
          <a:xfrm>
            <a:off x="3670852" y="212035"/>
            <a:ext cx="5035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/>
              <a:t>CODE CONTINUATION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CC3ED-B56E-E145-8D32-F184FAFA8789}"/>
              </a:ext>
            </a:extLst>
          </p:cNvPr>
          <p:cNvSpPr txBox="1"/>
          <p:nvPr/>
        </p:nvSpPr>
        <p:spPr>
          <a:xfrm>
            <a:off x="131145" y="606695"/>
            <a:ext cx="458662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}</a:t>
            </a:r>
          </a:p>
          <a:p>
            <a:endParaRPr lang="en-GB" dirty="0"/>
          </a:p>
          <a:p>
            <a:r>
              <a:rPr lang="en-GB" dirty="0"/>
              <a:t>    void </a:t>
            </a:r>
            <a:r>
              <a:rPr lang="en-GB" dirty="0" err="1"/>
              <a:t>saveToFile</a:t>
            </a:r>
            <a:r>
              <a:rPr lang="en-GB" dirty="0"/>
              <a:t>(</a:t>
            </a:r>
            <a:r>
              <a:rPr lang="en-GB" dirty="0" err="1"/>
              <a:t>ofstream</a:t>
            </a:r>
            <a:r>
              <a:rPr lang="en-GB" dirty="0"/>
              <a:t> &amp;</a:t>
            </a:r>
            <a:r>
              <a:rPr lang="en-GB" dirty="0" err="1"/>
              <a:t>outfile</a:t>
            </a:r>
            <a:r>
              <a:rPr lang="en-GB" dirty="0"/>
              <a:t>) {</a:t>
            </a:r>
          </a:p>
          <a:p>
            <a:r>
              <a:rPr lang="en-GB" dirty="0"/>
              <a:t>        </a:t>
            </a:r>
            <a:r>
              <a:rPr lang="en-GB" dirty="0" err="1"/>
              <a:t>outfile</a:t>
            </a:r>
            <a:r>
              <a:rPr lang="en-GB" dirty="0"/>
              <a:t> &lt;&lt; name &lt;&lt; " ";</a:t>
            </a:r>
          </a:p>
          <a:p>
            <a:r>
              <a:rPr lang="en-GB" dirty="0"/>
              <a:t>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8;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</a:t>
            </a:r>
            <a:r>
              <a:rPr lang="en-GB" dirty="0" err="1"/>
              <a:t>outfile</a:t>
            </a:r>
            <a:r>
              <a:rPr lang="en-GB" dirty="0"/>
              <a:t> &lt;&lt; scores[</a:t>
            </a:r>
            <a:r>
              <a:rPr lang="en-GB" dirty="0" err="1"/>
              <a:t>i</a:t>
            </a:r>
            <a:r>
              <a:rPr lang="en-GB" dirty="0"/>
              <a:t>] &lt;&lt; " ";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    </a:t>
            </a:r>
            <a:r>
              <a:rPr lang="en-GB" dirty="0" err="1"/>
              <a:t>outfile</a:t>
            </a:r>
            <a:r>
              <a:rPr lang="en-GB" dirty="0"/>
              <a:t> &lt;&lt; average &lt;&lt; " " &lt;&lt; grade &lt;&lt; "\n";</a:t>
            </a:r>
          </a:p>
          <a:p>
            <a:r>
              <a:rPr lang="en-GB" dirty="0"/>
              <a:t>    }</a:t>
            </a:r>
          </a:p>
          <a:p>
            <a:endParaRPr lang="en-GB" dirty="0"/>
          </a:p>
          <a:p>
            <a:r>
              <a:rPr lang="en-GB" dirty="0"/>
              <a:t>    void </a:t>
            </a:r>
            <a:r>
              <a:rPr lang="en-GB" dirty="0" err="1"/>
              <a:t>loadFromFile</a:t>
            </a:r>
            <a:r>
              <a:rPr lang="en-GB" dirty="0"/>
              <a:t>(</a:t>
            </a:r>
            <a:r>
              <a:rPr lang="en-GB" dirty="0" err="1"/>
              <a:t>ifstream</a:t>
            </a:r>
            <a:r>
              <a:rPr lang="en-GB" dirty="0"/>
              <a:t> &amp;</a:t>
            </a:r>
            <a:r>
              <a:rPr lang="en-GB" dirty="0" err="1"/>
              <a:t>infile</a:t>
            </a:r>
            <a:r>
              <a:rPr lang="en-GB" dirty="0"/>
              <a:t>) {</a:t>
            </a:r>
          </a:p>
          <a:p>
            <a:r>
              <a:rPr lang="en-GB" dirty="0"/>
              <a:t>        </a:t>
            </a:r>
            <a:r>
              <a:rPr lang="en-GB" dirty="0" err="1"/>
              <a:t>infile</a:t>
            </a:r>
            <a:r>
              <a:rPr lang="en-GB" dirty="0"/>
              <a:t> &gt;&gt; name;</a:t>
            </a:r>
          </a:p>
          <a:p>
            <a:r>
              <a:rPr lang="en-GB" dirty="0"/>
              <a:t>        int sum = 0;</a:t>
            </a:r>
          </a:p>
          <a:p>
            <a:r>
              <a:rPr lang="en-GB" dirty="0"/>
              <a:t>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8;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</a:t>
            </a:r>
            <a:r>
              <a:rPr lang="en-GB" dirty="0" err="1"/>
              <a:t>infile</a:t>
            </a:r>
            <a:r>
              <a:rPr lang="en-GB" dirty="0"/>
              <a:t> &gt;&gt; scores[</a:t>
            </a:r>
            <a:r>
              <a:rPr lang="en-GB" dirty="0" err="1"/>
              <a:t>i</a:t>
            </a:r>
            <a:r>
              <a:rPr lang="en-GB" dirty="0"/>
              <a:t>];</a:t>
            </a:r>
          </a:p>
          <a:p>
            <a:r>
              <a:rPr lang="en-GB" dirty="0"/>
              <a:t>            sum += scores[</a:t>
            </a:r>
            <a:r>
              <a:rPr lang="en-GB" dirty="0" err="1"/>
              <a:t>i</a:t>
            </a:r>
            <a:r>
              <a:rPr lang="en-GB" dirty="0"/>
              <a:t>];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    </a:t>
            </a:r>
            <a:r>
              <a:rPr lang="en-GB" dirty="0" err="1"/>
              <a:t>infile</a:t>
            </a:r>
            <a:r>
              <a:rPr lang="en-GB" dirty="0"/>
              <a:t> &gt;&gt; average &gt;&gt; grade;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88705-11B1-E35F-DEE1-66E92B2D3368}"/>
              </a:ext>
            </a:extLst>
          </p:cNvPr>
          <p:cNvSpPr txBox="1"/>
          <p:nvPr/>
        </p:nvSpPr>
        <p:spPr>
          <a:xfrm>
            <a:off x="4717774" y="883693"/>
            <a:ext cx="36045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 main() {</a:t>
            </a:r>
          </a:p>
          <a:p>
            <a:r>
              <a:rPr lang="en-GB" dirty="0"/>
              <a:t>    Student students[100];</a:t>
            </a:r>
          </a:p>
          <a:p>
            <a:r>
              <a:rPr lang="en-GB" dirty="0"/>
              <a:t>    int n, choice;</a:t>
            </a:r>
          </a:p>
          <a:p>
            <a:endParaRPr lang="en-GB" dirty="0"/>
          </a:p>
          <a:p>
            <a:r>
              <a:rPr lang="en-GB" dirty="0"/>
              <a:t>    do {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"\n--- Student Report Card System ---\n";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"1. Enter new student records\n";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"2. Display all student records\n";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"3. Save records to file\n";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"4. Load records from file\n";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"5. Exit\n";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"Enter your choice: ";</a:t>
            </a:r>
          </a:p>
          <a:p>
            <a:r>
              <a:rPr lang="en-GB" dirty="0"/>
              <a:t>        </a:t>
            </a:r>
            <a:r>
              <a:rPr lang="en-GB" dirty="0" err="1"/>
              <a:t>cin</a:t>
            </a:r>
            <a:r>
              <a:rPr lang="en-GB" dirty="0"/>
              <a:t> &gt;&gt; choice;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F9152A-9E2A-8FB5-F24A-9E32CCC97EE2}"/>
              </a:ext>
            </a:extLst>
          </p:cNvPr>
          <p:cNvSpPr txBox="1"/>
          <p:nvPr/>
        </p:nvSpPr>
        <p:spPr>
          <a:xfrm>
            <a:off x="8706678" y="883693"/>
            <a:ext cx="292873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static int </a:t>
            </a:r>
            <a:r>
              <a:rPr lang="en-GB" dirty="0" err="1"/>
              <a:t>studentCount</a:t>
            </a:r>
            <a:r>
              <a:rPr lang="en-GB" dirty="0"/>
              <a:t> = 0;</a:t>
            </a:r>
          </a:p>
          <a:p>
            <a:r>
              <a:rPr lang="en-GB" dirty="0"/>
              <a:t>        switch (choice) {</a:t>
            </a:r>
          </a:p>
          <a:p>
            <a:r>
              <a:rPr lang="en-GB" dirty="0"/>
              <a:t>            case 1:</a:t>
            </a:r>
          </a:p>
          <a:p>
            <a:r>
              <a:rPr lang="en-GB" dirty="0"/>
              <a:t>                </a:t>
            </a:r>
            <a:r>
              <a:rPr lang="en-GB" dirty="0" err="1"/>
              <a:t>cout</a:t>
            </a:r>
            <a:r>
              <a:rPr lang="en-GB" dirty="0"/>
              <a:t> &lt;&lt; "How many students? ";</a:t>
            </a:r>
          </a:p>
          <a:p>
            <a:r>
              <a:rPr lang="en-GB" dirty="0"/>
              <a:t>                </a:t>
            </a:r>
            <a:r>
              <a:rPr lang="en-GB" dirty="0" err="1"/>
              <a:t>cin</a:t>
            </a:r>
            <a:r>
              <a:rPr lang="en-GB" dirty="0"/>
              <a:t> &gt;&gt; n;</a:t>
            </a:r>
          </a:p>
          <a:p>
            <a:r>
              <a:rPr lang="en-GB" dirty="0"/>
              <a:t>        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n;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        students[</a:t>
            </a:r>
            <a:r>
              <a:rPr lang="en-GB" dirty="0" err="1"/>
              <a:t>studentCount</a:t>
            </a:r>
            <a:r>
              <a:rPr lang="en-GB" dirty="0"/>
              <a:t>].input();</a:t>
            </a:r>
          </a:p>
          <a:p>
            <a:r>
              <a:rPr lang="en-GB" dirty="0"/>
              <a:t>                    </a:t>
            </a:r>
            <a:r>
              <a:rPr lang="en-GB" dirty="0" err="1"/>
              <a:t>studentCount</a:t>
            </a:r>
            <a:r>
              <a:rPr lang="en-GB" dirty="0"/>
              <a:t>++;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    break;</a:t>
            </a:r>
          </a:p>
          <a:p>
            <a:r>
              <a:rPr lang="en-GB" dirty="0"/>
              <a:t>            case 2:</a:t>
            </a:r>
          </a:p>
          <a:p>
            <a:r>
              <a:rPr lang="en-GB" dirty="0"/>
              <a:t>        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</a:t>
            </a:r>
            <a:r>
              <a:rPr lang="en-GB" dirty="0" err="1"/>
              <a:t>studentCount</a:t>
            </a:r>
            <a:r>
              <a:rPr lang="en-GB" dirty="0"/>
              <a:t>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        </a:t>
            </a:r>
            <a:r>
              <a:rPr lang="en-GB" dirty="0" err="1"/>
              <a:t>cout</a:t>
            </a:r>
            <a:r>
              <a:rPr lang="en-GB" dirty="0"/>
              <a:t> &lt;&lt;</a:t>
            </a:r>
          </a:p>
        </p:txBody>
      </p:sp>
    </p:spTree>
    <p:extLst>
      <p:ext uri="{BB962C8B-B14F-4D97-AF65-F5344CB8AC3E}">
        <p14:creationId xmlns:p14="http://schemas.microsoft.com/office/powerpoint/2010/main" val="232496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6C6D2-D816-4768-777C-9169A37A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FE2A55-4918-4B78-B4C1-223F7257E9CD}" type="datetime1">
              <a:rPr lang="en-US" smtClean="0"/>
              <a:t>8/11/2025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CEECF-0389-FBE8-4FD9-F6132FFC7CC4}"/>
              </a:ext>
            </a:extLst>
          </p:cNvPr>
          <p:cNvSpPr txBox="1"/>
          <p:nvPr/>
        </p:nvSpPr>
        <p:spPr>
          <a:xfrm>
            <a:off x="3790122" y="3048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u="sng" dirty="0"/>
              <a:t>CODE CONTINUATION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4B31E-738F-EA60-E154-937305CECD73}"/>
              </a:ext>
            </a:extLst>
          </p:cNvPr>
          <p:cNvSpPr txBox="1"/>
          <p:nvPr/>
        </p:nvSpPr>
        <p:spPr>
          <a:xfrm>
            <a:off x="331304" y="751344"/>
            <a:ext cx="512859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"\</a:t>
            </a:r>
            <a:r>
              <a:rPr lang="en-GB" dirty="0" err="1"/>
              <a:t>nStudent</a:t>
            </a:r>
            <a:r>
              <a:rPr lang="en-GB" dirty="0"/>
              <a:t> " &lt;&lt; </a:t>
            </a:r>
            <a:r>
              <a:rPr lang="en-GB" dirty="0" err="1"/>
              <a:t>i</a:t>
            </a:r>
            <a:r>
              <a:rPr lang="en-GB" dirty="0"/>
              <a:t> + 1 &lt;&lt; ":\n";</a:t>
            </a:r>
          </a:p>
          <a:p>
            <a:r>
              <a:rPr lang="en-GB" dirty="0"/>
              <a:t>                    students[</a:t>
            </a:r>
            <a:r>
              <a:rPr lang="en-GB" dirty="0" err="1"/>
              <a:t>i</a:t>
            </a:r>
            <a:r>
              <a:rPr lang="en-GB" dirty="0"/>
              <a:t>].display();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    break;</a:t>
            </a:r>
          </a:p>
          <a:p>
            <a:r>
              <a:rPr lang="en-GB" dirty="0"/>
              <a:t>            case 3: {</a:t>
            </a:r>
          </a:p>
          <a:p>
            <a:r>
              <a:rPr lang="en-GB" dirty="0"/>
              <a:t>                </a:t>
            </a:r>
            <a:r>
              <a:rPr lang="en-GB" dirty="0" err="1"/>
              <a:t>ofstream</a:t>
            </a:r>
            <a:r>
              <a:rPr lang="en-GB" dirty="0"/>
              <a:t> </a:t>
            </a:r>
            <a:r>
              <a:rPr lang="en-GB" dirty="0" err="1"/>
              <a:t>outfile</a:t>
            </a:r>
            <a:r>
              <a:rPr lang="en-GB" dirty="0"/>
              <a:t>("students.txt");</a:t>
            </a:r>
          </a:p>
          <a:p>
            <a:r>
              <a:rPr lang="en-GB" dirty="0"/>
              <a:t>                for (int </a:t>
            </a:r>
            <a:r>
              <a:rPr lang="en-GB" dirty="0" err="1"/>
              <a:t>i</a:t>
            </a:r>
            <a:r>
              <a:rPr lang="en-GB" dirty="0"/>
              <a:t> = 0; </a:t>
            </a:r>
            <a:r>
              <a:rPr lang="en-GB" dirty="0" err="1"/>
              <a:t>i</a:t>
            </a:r>
            <a:r>
              <a:rPr lang="en-GB" dirty="0"/>
              <a:t> &lt; </a:t>
            </a:r>
            <a:r>
              <a:rPr lang="en-GB" dirty="0" err="1"/>
              <a:t>studentCount</a:t>
            </a:r>
            <a:r>
              <a:rPr lang="en-GB" dirty="0"/>
              <a:t>; </a:t>
            </a:r>
            <a:r>
              <a:rPr lang="en-GB" dirty="0" err="1"/>
              <a:t>i</a:t>
            </a:r>
            <a:r>
              <a:rPr lang="en-GB" dirty="0"/>
              <a:t>++) {</a:t>
            </a:r>
          </a:p>
          <a:p>
            <a:r>
              <a:rPr lang="en-GB" dirty="0"/>
              <a:t>                    students[</a:t>
            </a:r>
            <a:r>
              <a:rPr lang="en-GB" dirty="0" err="1"/>
              <a:t>i</a:t>
            </a:r>
            <a:r>
              <a:rPr lang="en-GB" dirty="0"/>
              <a:t>].</a:t>
            </a:r>
            <a:r>
              <a:rPr lang="en-GB" dirty="0" err="1"/>
              <a:t>saveToFile</a:t>
            </a:r>
            <a:r>
              <a:rPr lang="en-GB" dirty="0"/>
              <a:t>(</a:t>
            </a:r>
            <a:r>
              <a:rPr lang="en-GB" dirty="0" err="1"/>
              <a:t>outfile</a:t>
            </a:r>
            <a:r>
              <a:rPr lang="en-GB" dirty="0"/>
              <a:t>);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    </a:t>
            </a:r>
            <a:r>
              <a:rPr lang="en-GB" dirty="0" err="1"/>
              <a:t>outfile.close</a:t>
            </a:r>
            <a:r>
              <a:rPr lang="en-GB" dirty="0"/>
              <a:t>();</a:t>
            </a:r>
          </a:p>
          <a:p>
            <a:r>
              <a:rPr lang="en-GB" dirty="0"/>
              <a:t>                </a:t>
            </a:r>
            <a:r>
              <a:rPr lang="en-GB" dirty="0" err="1"/>
              <a:t>cout</a:t>
            </a:r>
            <a:r>
              <a:rPr lang="en-GB" dirty="0"/>
              <a:t> &lt;&lt; "Data saved to students.txt\n";</a:t>
            </a:r>
          </a:p>
          <a:p>
            <a:r>
              <a:rPr lang="en-GB" dirty="0"/>
              <a:t>                break;</a:t>
            </a:r>
          </a:p>
          <a:p>
            <a:r>
              <a:rPr lang="en-GB" dirty="0"/>
              <a:t>            }</a:t>
            </a:r>
          </a:p>
          <a:p>
            <a:r>
              <a:rPr lang="en-GB" dirty="0"/>
              <a:t>            case 4: {</a:t>
            </a:r>
          </a:p>
          <a:p>
            <a:r>
              <a:rPr lang="en-GB" dirty="0"/>
              <a:t>                </a:t>
            </a:r>
            <a:r>
              <a:rPr lang="en-GB" dirty="0" err="1"/>
              <a:t>ifstream</a:t>
            </a:r>
            <a:r>
              <a:rPr lang="en-GB" dirty="0"/>
              <a:t> </a:t>
            </a:r>
            <a:r>
              <a:rPr lang="en-GB" dirty="0" err="1"/>
              <a:t>infile</a:t>
            </a:r>
            <a:r>
              <a:rPr lang="en-GB" dirty="0"/>
              <a:t>("students.txt");</a:t>
            </a:r>
          </a:p>
          <a:p>
            <a:r>
              <a:rPr lang="en-GB" dirty="0"/>
              <a:t>                </a:t>
            </a:r>
            <a:r>
              <a:rPr lang="en-GB" dirty="0" err="1"/>
              <a:t>studentCount</a:t>
            </a:r>
            <a:r>
              <a:rPr lang="en-GB" dirty="0"/>
              <a:t> = 0;</a:t>
            </a:r>
          </a:p>
          <a:p>
            <a:r>
              <a:rPr lang="en-GB" dirty="0"/>
              <a:t>                while (!</a:t>
            </a:r>
            <a:r>
              <a:rPr lang="en-GB" dirty="0" err="1"/>
              <a:t>infile.eof</a:t>
            </a:r>
            <a:r>
              <a:rPr lang="en-GB" dirty="0"/>
              <a:t>()) {</a:t>
            </a:r>
          </a:p>
          <a:p>
            <a:r>
              <a:rPr lang="en-GB" dirty="0"/>
              <a:t>                    students[</a:t>
            </a:r>
            <a:r>
              <a:rPr lang="en-GB" dirty="0" err="1"/>
              <a:t>studentCount</a:t>
            </a:r>
            <a:r>
              <a:rPr lang="en-GB" dirty="0"/>
              <a:t>].</a:t>
            </a:r>
            <a:r>
              <a:rPr lang="en-GB" dirty="0" err="1"/>
              <a:t>loadFromFile</a:t>
            </a:r>
            <a:r>
              <a:rPr lang="en-GB" dirty="0"/>
              <a:t>(</a:t>
            </a:r>
            <a:r>
              <a:rPr lang="en-GB" dirty="0" err="1"/>
              <a:t>infile</a:t>
            </a:r>
            <a:r>
              <a:rPr lang="en-GB" dirty="0"/>
              <a:t>);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76DA1-1700-724C-E3EA-D6C7F1BC6F80}"/>
              </a:ext>
            </a:extLst>
          </p:cNvPr>
          <p:cNvSpPr txBox="1"/>
          <p:nvPr/>
        </p:nvSpPr>
        <p:spPr>
          <a:xfrm>
            <a:off x="6798365" y="927652"/>
            <a:ext cx="462500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dirty="0" err="1"/>
              <a:t>studentCount</a:t>
            </a:r>
            <a:r>
              <a:rPr lang="en-GB" dirty="0"/>
              <a:t>++;</a:t>
            </a:r>
          </a:p>
          <a:p>
            <a:r>
              <a:rPr lang="en-GB" dirty="0"/>
              <a:t>                }</a:t>
            </a:r>
          </a:p>
          <a:p>
            <a:r>
              <a:rPr lang="en-GB" dirty="0"/>
              <a:t>                </a:t>
            </a:r>
            <a:r>
              <a:rPr lang="en-GB" dirty="0" err="1"/>
              <a:t>infile.close</a:t>
            </a:r>
            <a:r>
              <a:rPr lang="en-GB" dirty="0"/>
              <a:t>();</a:t>
            </a:r>
          </a:p>
          <a:p>
            <a:r>
              <a:rPr lang="en-GB" dirty="0"/>
              <a:t>                </a:t>
            </a:r>
            <a:r>
              <a:rPr lang="en-GB" dirty="0" err="1"/>
              <a:t>cout</a:t>
            </a:r>
            <a:r>
              <a:rPr lang="en-GB" dirty="0"/>
              <a:t> &lt;&lt; "Data loaded from students.txt\n";</a:t>
            </a:r>
          </a:p>
          <a:p>
            <a:r>
              <a:rPr lang="en-GB" dirty="0"/>
              <a:t>                break;</a:t>
            </a:r>
          </a:p>
          <a:p>
            <a:r>
              <a:rPr lang="en-GB" dirty="0"/>
              <a:t>            }</a:t>
            </a:r>
          </a:p>
          <a:p>
            <a:r>
              <a:rPr lang="en-GB" dirty="0"/>
              <a:t>            case 5:</a:t>
            </a:r>
          </a:p>
          <a:p>
            <a:r>
              <a:rPr lang="en-GB" dirty="0"/>
              <a:t>                </a:t>
            </a:r>
            <a:r>
              <a:rPr lang="en-GB" dirty="0" err="1"/>
              <a:t>cout</a:t>
            </a:r>
            <a:r>
              <a:rPr lang="en-GB" dirty="0"/>
              <a:t> &lt;&lt; "Exiting program.\n";</a:t>
            </a:r>
          </a:p>
          <a:p>
            <a:r>
              <a:rPr lang="en-GB" dirty="0"/>
              <a:t>                break;</a:t>
            </a:r>
          </a:p>
          <a:p>
            <a:r>
              <a:rPr lang="en-GB" dirty="0"/>
              <a:t>            default:</a:t>
            </a:r>
          </a:p>
          <a:p>
            <a:r>
              <a:rPr lang="en-GB" dirty="0"/>
              <a:t>                </a:t>
            </a:r>
            <a:r>
              <a:rPr lang="en-GB" dirty="0" err="1"/>
              <a:t>cout</a:t>
            </a:r>
            <a:r>
              <a:rPr lang="en-GB" dirty="0"/>
              <a:t> &lt;&lt; "Invalid choice. Try again.\n";</a:t>
            </a:r>
          </a:p>
          <a:p>
            <a:r>
              <a:rPr lang="en-GB" dirty="0"/>
              <a:t>        }</a:t>
            </a:r>
          </a:p>
          <a:p>
            <a:endParaRPr lang="en-GB" dirty="0"/>
          </a:p>
          <a:p>
            <a:r>
              <a:rPr lang="en-GB" dirty="0"/>
              <a:t>    } while (choice != 5);</a:t>
            </a:r>
          </a:p>
          <a:p>
            <a:endParaRPr lang="en-GB" dirty="0"/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062944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45_TF56160789" id="{7406F58C-9744-47DE-91FA-E6DFDEC87FF1}" vid="{435CA12C-F27D-40DC-9B93-0415F0C54E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{D90D49F5-1890-47BC-87C3-F24A52CFC9DB}tf56160789_win32</Template>
  <TotalTime>66</TotalTime>
  <Words>1267</Words>
  <Application>Microsoft Office PowerPoint</Application>
  <PresentationFormat>Widescreen</PresentationFormat>
  <Paragraphs>203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1_RetrospectVTI</vt:lpstr>
      <vt:lpstr>GROUP 4  Project:  Student report card system</vt:lpstr>
      <vt:lpstr>GROUP MEMBERS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CALVIN AKIWELEY</dc:creator>
  <cp:lastModifiedBy>CALVIN AKIWELEY</cp:lastModifiedBy>
  <cp:revision>2</cp:revision>
  <dcterms:created xsi:type="dcterms:W3CDTF">2025-08-12T03:23:42Z</dcterms:created>
  <dcterms:modified xsi:type="dcterms:W3CDTF">2025-08-12T04:30:23Z</dcterms:modified>
</cp:coreProperties>
</file>