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2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21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5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0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1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3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7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0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4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1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7FAB5-1472-48F5-93C6-7DFBD16CD6A9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8BA19-3148-41D1-BA78-11711E7EB6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0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CLOUD COMPUTING TECHNOLOGIES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JOHN KWAO DAWSON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34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There are certain technologies working behind the cloud computing platforms making cloud computing flexible, reliable, and usable.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These technologies are listed below: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 smtClean="0"/>
              <a:t>Virtualization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 smtClean="0"/>
              <a:t>Service-Oriented Architecture (SOA)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 smtClean="0"/>
              <a:t>Grid Computing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 smtClean="0"/>
              <a:t>Utility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2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Virtualization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 a technique, which allows to share single physical instance of an application or resource among multiple organizations or tenants (customers).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It does this by assigning a logical name to a physical resource and providing a pointer to that physical resource when demanded.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17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772" y="368943"/>
            <a:ext cx="7643342" cy="5542459"/>
          </a:xfrm>
        </p:spPr>
      </p:pic>
      <p:sp>
        <p:nvSpPr>
          <p:cNvPr id="5" name="TextBox 4"/>
          <p:cNvSpPr txBox="1"/>
          <p:nvPr/>
        </p:nvSpPr>
        <p:spPr>
          <a:xfrm>
            <a:off x="3258355" y="6168980"/>
            <a:ext cx="566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Virtualized Cloud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44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04"/>
            <a:ext cx="10515600" cy="599665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 </a:t>
            </a:r>
            <a:r>
              <a:rPr lang="en-US" b="1" dirty="0" smtClean="0"/>
              <a:t>Multitenant</a:t>
            </a:r>
            <a:r>
              <a:rPr lang="en-US" dirty="0" smtClean="0"/>
              <a:t> architecture offers </a:t>
            </a:r>
            <a:r>
              <a:rPr lang="en-US" b="1" dirty="0" smtClean="0"/>
              <a:t>virtual isolation</a:t>
            </a:r>
            <a:r>
              <a:rPr lang="en-US" dirty="0" smtClean="0"/>
              <a:t> among the multiple tenants.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Hence, the organizations can use and customize their application as though they each have their instances running.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4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425"/>
            <a:ext cx="10515600" cy="60095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Service-Oriented Architecture (SOA)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Service-Oriented Architecture helps to use applications as a service for other applications regardless the type of vendor, product or technology.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Therefore, it is possible to exchange the data between applications of different vendors without additional programming or making changes to services.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3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287" y="87465"/>
            <a:ext cx="7315199" cy="5831933"/>
          </a:xfrm>
        </p:spPr>
      </p:pic>
      <p:sp>
        <p:nvSpPr>
          <p:cNvPr id="5" name="TextBox 4"/>
          <p:cNvSpPr txBox="1"/>
          <p:nvPr/>
        </p:nvSpPr>
        <p:spPr>
          <a:xfrm>
            <a:off x="2975020" y="6259132"/>
            <a:ext cx="673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Service Oriented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00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Grid Computing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This refers to distributed computing, in which a group of computers from multiple locations are connected with each other to achieve a common objective.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These computer resources are heterogeneous and geographically dispersed.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Grid Computing breaks complex task into smaller pieces, which are distributed to CPUs that reside within the grid.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Example; </a:t>
            </a:r>
            <a:r>
              <a:rPr lang="en-US" b="1" dirty="0" smtClean="0"/>
              <a:t>Computational grid computing,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0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46" y="495972"/>
            <a:ext cx="6452316" cy="5398398"/>
          </a:xfrm>
        </p:spPr>
      </p:pic>
      <p:sp>
        <p:nvSpPr>
          <p:cNvPr id="5" name="TextBox 4"/>
          <p:cNvSpPr txBox="1"/>
          <p:nvPr/>
        </p:nvSpPr>
        <p:spPr>
          <a:xfrm>
            <a:off x="2923504" y="6117465"/>
            <a:ext cx="6413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Grid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43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713" y="418979"/>
            <a:ext cx="6931854" cy="5080299"/>
          </a:xfrm>
        </p:spPr>
      </p:pic>
      <p:sp>
        <p:nvSpPr>
          <p:cNvPr id="5" name="TextBox 4"/>
          <p:cNvSpPr txBox="1"/>
          <p:nvPr/>
        </p:nvSpPr>
        <p:spPr>
          <a:xfrm>
            <a:off x="3193961" y="5911403"/>
            <a:ext cx="561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Grid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15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456"/>
            <a:ext cx="10515600" cy="5906507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Utility Computing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Utility computing is based on </a:t>
            </a:r>
            <a:r>
              <a:rPr lang="en-US" b="1" dirty="0" smtClean="0"/>
              <a:t>Pay-per-Use model.</a:t>
            </a:r>
            <a:r>
              <a:rPr lang="en-US" dirty="0" smtClean="0"/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It offers computational resources on demand as a metered service.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Cloud computing, grid computing, and managed IT services are based on the concept of utility computing.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Example </a:t>
            </a:r>
            <a:r>
              <a:rPr lang="en-US" b="1" dirty="0" smtClean="0"/>
              <a:t>Amazon Web Services (AWS) for Web Hosting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Microsoft Azure for Machine Learning (</a:t>
            </a:r>
            <a:r>
              <a:rPr lang="en-US" dirty="0" smtClean="0"/>
              <a:t>Google </a:t>
            </a:r>
            <a:r>
              <a:rPr lang="en-US" dirty="0" err="1" smtClean="0"/>
              <a:t>Colaboratory</a:t>
            </a:r>
            <a:r>
              <a:rPr lang="en-US" b="1" dirty="0" smtClean="0"/>
              <a:t>)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Data Grid Computing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3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117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CLOUD COMPUTING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TECHNOLOGIES</dc:title>
  <dc:creator>ThinkPad</dc:creator>
  <cp:lastModifiedBy>ThinkPad</cp:lastModifiedBy>
  <cp:revision>3</cp:revision>
  <dcterms:created xsi:type="dcterms:W3CDTF">2025-01-19T10:05:10Z</dcterms:created>
  <dcterms:modified xsi:type="dcterms:W3CDTF">2025-01-19T10:26:53Z</dcterms:modified>
</cp:coreProperties>
</file>